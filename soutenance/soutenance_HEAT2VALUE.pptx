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Mémoire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Énergétique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Data Centers Cloud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grâce à HEAT2VALUE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4747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Lamia BELKADI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MIAGE — Ingénierie Logicielle pour le Web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d'Évry  |  ISOAR  |  2025-2026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042416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l'entreprise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335024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ISOAR — ERP SQUALP — Missions réalisées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10512"/>
            <a:ext cx="59436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10512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1847088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problématique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139696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 — Enjeux énergétiques — État de l'art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822960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15184"/>
            <a:ext cx="59436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1518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651760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 : HEAT2VALUE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94436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— Architecture — KPI — HRR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19856"/>
            <a:ext cx="59436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19856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456432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et résultats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74904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Tests — Comparaison — Analyse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224528"/>
            <a:ext cx="59436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24528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4261104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perspectives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55371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— Améliorations futures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l'entreprise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ISOAR — ERP SQUALP — Missions réalisées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ISOAR — Présentation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02336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657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Fondée en 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— Édition de logiciels ERP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Rue de Villeneuve, 94150 Rungis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246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phare 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SQUALP (qualité industrielle)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Gascogne Bois, Polytechs, Flexelec, AGEMA, IMC, SOBIO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868680"/>
            <a:ext cx="4023360" cy="402336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rôle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325880"/>
            <a:ext cx="3657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développement informatique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82880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801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web front-end et back-end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28600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22585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de l'ERP SQUALP vers le web/mobile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74320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7157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développement d'API REST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20040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31729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des interfaces utilisateurs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65760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36301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aux évolutions fonctionnelles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411480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4087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en compétences en gestion de projet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réalisées chez ISOAR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83464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83464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SQUALP Web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37160" cy="137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898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de stocks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137160" cy="137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1109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Inventaires tournant et intermittent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59736"/>
            <a:ext cx="137160" cy="137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3230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des stocks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137160" cy="137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535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02152"/>
            <a:ext cx="137160" cy="137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474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modales pour gestion d'articles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137160" cy="137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959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de codes-barres intégré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822960"/>
            <a:ext cx="283464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822960"/>
            <a:ext cx="283464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IXAO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1417320"/>
            <a:ext cx="137160" cy="137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13898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gestion des demandes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1938528"/>
            <a:ext cx="137160" cy="137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191109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Évolutions front-end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2459736"/>
            <a:ext cx="137160" cy="137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243230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Modifications back-end et BDD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2980944"/>
            <a:ext cx="137160" cy="137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29535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de l'expérience utilisateur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822960"/>
            <a:ext cx="283464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822960"/>
            <a:ext cx="28346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822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Gascogne Bois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1417320"/>
            <a:ext cx="137160" cy="137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629400" y="13898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 JavaScript et PHP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1938528"/>
            <a:ext cx="137160" cy="137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191109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 commandes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2459736"/>
            <a:ext cx="137160" cy="137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6629400" y="243230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 stockées SQL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2980944"/>
            <a:ext cx="137160" cy="137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29535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et validation avec Postman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problématique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Centers — Enjeux énergétiques — État de l'art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Data Centers : un défi environnemental majeur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Data Centers consomment des quantités massives d'électricité et rejettent d'énormes quantités de chaleur dans l'atmosphère. Avec l'essor de l'IA, cette pression ne cesse d'augmenter.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97480" cy="310896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2999232"/>
            <a:ext cx="123444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63240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à 40% de la consommation électrique est utilisée pour le refroidissement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828800"/>
            <a:ext cx="2697480" cy="310896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47288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87368" y="2999232"/>
            <a:ext cx="123444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3063240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millions de litres d'eau consommés chaque année pour refroidir les serveurs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1828800"/>
            <a:ext cx="2697480" cy="310896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9202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45936" y="26060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Chaleur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86016" y="2999232"/>
            <a:ext cx="123444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345936" y="3063240"/>
            <a:ext cx="2514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de l'électricité consommée par les serveurs se transforme en chaleur rejetée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et état de l'art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optimiser la performance énergétique des Data Centers Cloud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 de réduire durablement leur empreinte carbone 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indicateurs clés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8404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423160"/>
            <a:ext cx="82296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231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487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Usage Effectiveness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7614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Efficacité électrique du Data Center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8404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91840"/>
            <a:ext cx="82296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918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355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Usage Effectiveness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630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carbone réelle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38404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60520"/>
            <a:ext cx="82296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605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4224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Usage Effectiveness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4498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d'eau liée au refroidissement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des solutions existantes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2423160"/>
            <a:ext cx="393192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423160"/>
            <a:ext cx="109728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48716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SHIELD, WaterWise, Carbon-Aware... optimisent chaque indicateur séparément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090672"/>
            <a:ext cx="393192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090672"/>
            <a:ext cx="109728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15468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traitent la chaleur comme un déchet à éliminer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758184"/>
            <a:ext cx="393192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758184"/>
            <a:ext cx="109728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82219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ne mesure la valeur de la chaleur valorisée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4425696"/>
            <a:ext cx="393192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4425696"/>
            <a:ext cx="109728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448970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n'a encore introduit un KPI de valorisation thermique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HEAT2VALUE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— Architecture — KPI — HRR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HEAT2VALUE — Le changement de paradigme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749040" cy="4114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37490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— Data Center classique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Électricité → Serveurs → Chaleur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Chaleur rejetée dans l'atmosphère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Refroidissement très énergivore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Eau consommée massivement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Aucune valorisation de la chaleur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25603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029200" y="822960"/>
            <a:ext cx="3749040" cy="411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822960"/>
            <a:ext cx="37490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822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— HEAT2VALUE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1417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Chaleur → Chauffage bâtiments voisins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2011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Chaleur → Stockage thermique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Refroidissement minimal (5%)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Eau économisée (0.5 L/kWh)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3794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HRR jusqu'à 80% de valorisation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nouveau KPI : Heat Reuse Ratio (HRR)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HRR  =  Chaleur réutilisée (kWh)  /  Chaleur totale produite (kWh)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H2V  =  α·PUE  +  β·CUE  +  γ·WUE  −  δ·HRR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2697480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291840"/>
            <a:ext cx="269748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91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HRR = 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chaleur est rejetée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 Center classique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5848" y="3291840"/>
            <a:ext cx="2697480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3291840"/>
            <a:ext cx="269748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3291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HRR = 0.80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47288" y="3794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de la chaleur valorisée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Résultat HEAT2VALUE en hiver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3291840"/>
            <a:ext cx="2697480" cy="1645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3291840"/>
            <a:ext cx="269748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345936" y="3291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HRR = 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45936" y="3794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chaleur est valorisée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Cas idéal théorique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décision HEAT2VALUE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toutes les 15 minutes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0" y="1005840"/>
            <a:ext cx="219456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0058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— Évaluation des conditions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0" y="1508760"/>
            <a:ext cx="0" cy="32004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828800"/>
            <a:ext cx="4023360" cy="594360"/>
          </a:xfrm>
          <a:prstGeom prst="rect">
            <a:avLst/>
          </a:prstGeom>
          <a:solidFill>
            <a:srgbClr val="F0F4F8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8288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 extérieure &lt; 18°C 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2121408"/>
            <a:ext cx="13716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20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1005840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173736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2423160"/>
            <a:ext cx="0" cy="36576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468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5920" y="2788920"/>
            <a:ext cx="5852160" cy="594360"/>
          </a:xfrm>
          <a:prstGeom prst="rect">
            <a:avLst/>
          </a:prstGeom>
          <a:solidFill>
            <a:srgbClr val="F0F4F8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278892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Carbone &gt; 150 gCO₂/kWh  ET  Réservoir &lt; 90% 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3081528"/>
            <a:ext cx="4572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8529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2697480"/>
            <a:ext cx="100584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26974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3383280"/>
            <a:ext cx="0" cy="36576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429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749040"/>
            <a:ext cx="274320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3749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 — Rejet classique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valorisée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résultats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Tests — Comparaison — Analyse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en Python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68680"/>
            <a:ext cx="2011680" cy="71323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06040" y="9235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les données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12161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serveurs, puissance, chaleur, température, intensité carbone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1581912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09928"/>
            <a:ext cx="2011680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0992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7647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HEAT2VALUE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057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 à chaque pas de temps : Réutilisation, Stockage ou Rejet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2423160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51176"/>
            <a:ext cx="822960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51176"/>
            <a:ext cx="2011680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55117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26060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les KPI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2898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PUE, CUE, WUE et HRR à chaque instant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3264408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92424"/>
            <a:ext cx="822960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92424"/>
            <a:ext cx="2011680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39242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34472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les scénarios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06040" y="373989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et sans HEAT2VALUE sur 24h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4105656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233672"/>
            <a:ext cx="8229600" cy="713232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33672"/>
            <a:ext cx="2011680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3367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tests.py + test_jeu_donnees.py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06040" y="42885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et validation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06040" y="45811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 Electricity Maps + 12 scénarios CSV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Comparaison sur 24h (scénario hiver)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HEAT2VALUE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0" y="822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HEAT2VALUE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822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822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1280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−0.250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1280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8745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18745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gCO₂/kWh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18745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gCO₂/kWh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18745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1874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468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 L/kWh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0" y="2468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L/kWh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24688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468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−75%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0632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063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54480" y="3063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66160" y="3063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063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Le graphique de comparaison PUE/CUE/WUE sur 24h est présenté dans le mémoire (Figure X — Chapitre 3)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Tests sur 12 scénarios variés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834640" cy="4114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83464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froids (7/12)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Hiver typique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Vague de froid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Grand froid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108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...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114800"/>
            <a:ext cx="2651760" cy="6858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114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1.05  |  CUE ≈ 0  |  WUE 0.5  |  HRR 80%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822960"/>
            <a:ext cx="2834640" cy="4114800"/>
          </a:xfrm>
          <a:prstGeom prst="rect">
            <a:avLst/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822960"/>
            <a:ext cx="2834640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822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(2/12)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Printemps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Début automne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4114800"/>
            <a:ext cx="2651760" cy="6858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4114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1.05–1.15  |  HRR 37–78%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822960"/>
            <a:ext cx="2834640" cy="4114800"/>
          </a:xfrm>
          <a:prstGeom prst="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822960"/>
            <a:ext cx="283464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822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estivaux (3/12)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Canicule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Été chaud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Canicule record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4114800"/>
            <a:ext cx="2651760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114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1.30  |  CUE élevé  |  HRR 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perspectives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— Améliorations futures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39319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Apports de HEAT2VALUE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82880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898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paradigme : chaleur = ressource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182880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1109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KPI : le HRR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59736"/>
            <a:ext cx="182880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323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score environnemental global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980944"/>
            <a:ext cx="182880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535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simultanée de PUE, CUE, WUE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502152"/>
            <a:ext cx="182880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74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 sur données réelles Electricity Maps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182880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959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 sur 12 scénarios variés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822960"/>
            <a:ext cx="411480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822960"/>
            <a:ext cx="41148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822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417320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1389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des prévisions météorologiques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039112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Élargir les usages de la chaleur en été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660904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2633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dynamiquement les seuils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282696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32552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sur des pays plus carbonés (Allemagne, Pologne)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904488"/>
            <a:ext cx="18288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387705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pilote dans un Data Center réel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0" y="2194560"/>
            <a:ext cx="36576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32004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Lamia BELKADI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MIAGE — Ingénierie Logicielle pour le Web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d'Évry  |  ISOAR  |  2025-2026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D1E3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HEAT2VALUE — Un algorithme de valorisation thermique pour l'optimisation énergétique des Data Centers Cloud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2026-08-04T08:16:12Z</dcterms:created>
  <dcterms:modified xsi:type="dcterms:W3CDTF">2026-08-04T08:16:12Z</dcterms:modified>
</cp:coreProperties>
</file>